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36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463040"/>
            <a:ext cx="64008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Зубрилка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Тактика выхода на рынок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822960"/>
            <a:ext cx="24688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868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1298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Имеет ограничение запросы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24688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сессии в год — повторяешь всё с нуля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566160"/>
            <a:ext cx="24688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Запоминает весь твой прогресс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и первая победа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527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 курс · 19–24 года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51560"/>
            <a:ext cx="54864" cy="1600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83480" y="1527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</a:t>
            </a: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экзамена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осталось очень мало дней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Лекций слишком много и времени нет их все просмотреть и выделить важные части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175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4360" y="33558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место для всех предметов: загрузил, получил конспект и тест, </a:t>
            </a: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вернулся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следующей сессии  чтобы повторить материал который отработал в предыдущий раз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46320" y="288036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880360"/>
            <a:ext cx="54864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0175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Value Moment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83480" y="33558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прошёл тест и увидел, какие темы </a:t>
            </a: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провисают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одну сессию, без настройки и регистрации.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Критические гипотезы выхода на рынок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ТОП-3 риска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7432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не видит разницы с ChatGPT, пока не столкнётся с тем, что </a:t>
            </a:r>
            <a:r>
              <a:rPr lang="en-US" sz="10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очистил память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также имеет ограниченное кол-во запросов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3258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25880"/>
            <a:ext cx="27432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3008" y="17373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загрузит лекцию, если сервис явно объясняет: файл удаляется через 24 ч и не идёт в обучение модели.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325880"/>
            <a:ext cx="27432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Монетизация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19088" y="17373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активных пользователей freemium перейдут на платный тариф в течение первой сессии.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0896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IT-специальности сталкивается с болью подготовки минимум 2 раза в год — и каждый раз начинает с нуля.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10896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10896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93008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Telegram/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 чаты студ. сообществ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эффективный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 для первого продвижения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3108960"/>
            <a:ext cx="27432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108960"/>
            <a:ext cx="27432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Вирусность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19088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Студент, который получил результат, поделится сервисом с </a:t>
            </a:r>
            <a:r>
              <a:rPr lang="en-US" sz="10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однокурсниками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друзьями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ещё до конца сессии.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бизнес-прототип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MVP + </a:t>
            </a: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гостевой режим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демонстрирует МБП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103120"/>
            <a:ext cx="33832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Загружаешь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-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получаешь конспект с определенным уровнем сжатия информация (на выбор)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072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конспект по твоему файлу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4198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 по этому конспекту ты можешь создать тестирование разного вида сложности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2394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40782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твои проблемы запоминаются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ты всегда сможешь зайти и просмотреть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ты сделал не так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754880" y="1600200"/>
            <a:ext cx="393192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Целевое действие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89204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файл </a:t>
            </a: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54880" y="3200400"/>
            <a:ext cx="39319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89204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которые собираем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892040" y="3703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кнопки «Попробовать»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дошли до конспекта и теста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закрытия (поп-ап при уходе)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качества AI-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контента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 до 5 баллов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 и сообщение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96696"/>
            <a:ext cx="41148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имеет краткосрочную память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Все предметы и </a:t>
            </a:r>
            <a:r>
              <a:rPr lang="en-US" sz="10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собраны в </a:t>
            </a:r>
            <a:r>
              <a:rPr lang="en-US" sz="10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одном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месте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не придется загружать их каждый раз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случаи если у тебя 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тебя неограниченное кол-во запросов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9077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твой прогресс сохраняется (в случае если ты зарегистрирован)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3749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56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730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одноразовый чат, а рабочее пространство, которое помнит тебя и твои предметы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187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ChatGPT не хранит </a:t>
            </a:r>
            <a:r>
              <a:rPr lang="en-US" sz="950" dirty="0" err="1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</a:t>
            </a: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</a:t>
            </a:r>
            <a:r>
              <a:rPr lang="ru-RU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режет большие документы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05840"/>
            <a:ext cx="41148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371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к экзамену — это не один запрос. Это система.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084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Загрузил лекцию один раз — конспект и тест всегда под рукой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496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История тестов показывает динамику: что улучшилось, что нет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9077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Лимиты запросов и память чата тебя не ограничивают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3364992"/>
            <a:ext cx="3749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456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730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 заточен под подготовку к экзамену, а не под ответы на случайные вопросы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4187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</a:t>
            </a:r>
            <a:r>
              <a:rPr lang="ru-RU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создавать чат с </a:t>
            </a: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r>
              <a:rPr lang="ru-RU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самый оптимальный вариант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механика контакта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9A8E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161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099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-сообществ  - аудитория уже полностью подходит под сегмент.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25328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</a:t>
            </a:r>
            <a:r>
              <a:rPr lang="ru-RU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демо + мини интервью после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051560"/>
            <a:ext cx="27432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65F2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995928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586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17099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Тоже самое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 в телеграмме. Благодаря объединённым сообществам можно получить первых пользователей буквально за бесплатно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474720" y="25328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</a:t>
            </a:r>
            <a:r>
              <a:rPr lang="ru-RU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демо + мини интервью после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09360" y="1051560"/>
            <a:ext cx="27432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21615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67728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TikTok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46520" y="165069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 изучают материал по различных бесплатным курсам. Но такие материалы часто представляют из себя обобщенные темы</a:t>
            </a: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преподаватель может требовать что то конкретное которого нет в бесплатных курсах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446520" y="25328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</a:t>
            </a:r>
            <a:r>
              <a:rPr lang="ru-RU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демо + мини интервью после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65760" y="3195828"/>
            <a:ext cx="8412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20040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первого контакта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361188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Привет! Делаю сервис для подготовки к </a:t>
            </a:r>
            <a:r>
              <a:rPr lang="en-US" sz="1150" i="1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экзаменам</a:t>
            </a:r>
            <a:r>
              <a:rPr lang="en-US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если у тебя есть материалы по которым ты хочешь получить идеальный для повторения конспект то ты можешь попробовать мой сервис. Если тебя это заинтересовало то я тебе скину ссылку на него</a:t>
            </a:r>
            <a:r>
              <a:rPr lang="en-US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Наверное ты ещё спросишь</a:t>
            </a:r>
            <a:r>
              <a:rPr lang="en-US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сохранится ли твой прогресс?. Да</a:t>
            </a:r>
            <a:r>
              <a:rPr lang="en-US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этом можешь не сомневаться если ты конечно зарегистрировал аккаунт.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4864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пишем: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r>
              <a:rPr lang="ru-RU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ru-RU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</a:t>
            </a:r>
            <a:r>
              <a:rPr lang="ru-RU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r>
              <a:rPr lang="ru-RU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сессионный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0542248-E711-CC5C-ED3C-318D52518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163048"/>
            <a:ext cx="462823" cy="462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привлечения и активации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502539"/>
              </p:ext>
            </p:extLst>
          </p:nvPr>
        </p:nvGraphicFramePr>
        <p:xfrm>
          <a:off x="457200" y="1005840"/>
          <a:ext cx="8229600" cy="37124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Контакт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Пост/ссылка в Telegram </a:t>
                      </a:r>
                      <a:r>
                        <a:rPr lang="en-US" sz="1150" dirty="0" err="1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или</a:t>
                      </a:r>
                      <a:r>
                        <a:rPr lang="en-US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ru-RU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Охват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/ нед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Переход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Клик </a:t>
                      </a:r>
                      <a:r>
                        <a:rPr lang="en-US" sz="1150" dirty="0" err="1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</a:t>
                      </a:r>
                      <a:r>
                        <a:rPr lang="en-US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ru-RU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демо-видео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Загрузка файла в гостевом режиме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Конверсия в загрузку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от перешедших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Активация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Получен конспект + завершён тест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от загрузивших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Повторный заход / тест по слабым темам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через 7 дней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Доход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Переход на платный тариф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 → Paid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активных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NSM: доля студентов, которые вернулись в Quikram в следующую сессию без напоминания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экспериментов — 2 недели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493"/>
              </p:ext>
            </p:extLst>
          </p:nvPr>
        </p:nvGraphicFramePr>
        <p:xfrm>
          <a:off x="365760" y="1005840"/>
          <a:ext cx="8229600" cy="397764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55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Гипотеза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меняем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меряем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Успех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8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H1: не видят отличий от ChatGPT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лендинг: версия A «конспект и тест» vs версия B «ChatGPT забудет — Quikram нет»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кнопки, конверсия в загрузку файла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Версия B лучше на 30%+. 6 из 10 называют «память» или «система» как главное отличие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Нед.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8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H2: боятся загружать файлы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Добавить баннер: «файл удаляется через 24 ч, не идёт в обучение модели»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дошедших до загрузки — до и после баннера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из 10 в интервью загружают файл при наличии баннера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Нед.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H3: freemium не конвертируется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Лимит</a:t>
                      </a: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ru-RU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</a:t>
                      </a:r>
                      <a:r>
                        <a:rPr lang="ru-RU" sz="1000" dirty="0" err="1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</a:t>
                      </a: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/мес. Смотреть поведение после исчерпания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достигших лимита, % оплативших, причины отказа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≥10% активных пользователей платят через 4 недели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Нед.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H6: вирусность без реферальной программы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Отслеживать источники трафика первые 2 недели после публикации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новых пользователей не из основного канала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30%+ приходят по рекомендации, не через исходный пост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Нед.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проверяем, как входим, чего ждём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1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 курс — сессия дважды в год, каждый раз начинают с нуля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25880"/>
            <a:ext cx="54864" cy="1600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одноразовый чат с маленькой памятью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целый удобный сервис для подготовки к любым видам экзаменов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25880"/>
            <a:ext cx="54864" cy="160020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Telegram/</a:t>
            </a:r>
            <a:r>
              <a:rPr lang="ru-RU" sz="110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54680"/>
            <a:ext cx="54864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Вернулся в следующую сессию без напоминания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154680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154680"/>
            <a:ext cx="54864" cy="1600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риски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«ChatGPT делает то же» · страх загрузить файл · конверсия в платный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6974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54864" cy="1600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 / 2 нед.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15%+ · 10% платящих · 30% реферального трафика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1039</Words>
  <Application>Microsoft Office PowerPoint</Application>
  <PresentationFormat>Экран (16:9)</PresentationFormat>
  <Paragraphs>166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Quikram — GTM</dc:title>
  <dc:subject>PptxGenJS Presentation</dc:subject>
  <dc:creator>PptxGenJS</dc:creator>
  <cp:lastModifiedBy>Артур Ткаченко</cp:lastModifiedBy>
  <cp:revision>25</cp:revision>
  <dcterms:created xsi:type="dcterms:W3CDTF">2026-05-06T06:24:49Z</dcterms:created>
  <dcterms:modified xsi:type="dcterms:W3CDTF">2026-05-06T06:53:18Z</dcterms:modified>
</cp:coreProperties>
</file>