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86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6187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29768" y="2221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Зубрилка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768" y="27249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AI-сервис подготовки к экзаменам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№25 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0" y="594360"/>
            <a:ext cx="23317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74980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200к — 2 </a:t>
            </a:r>
            <a:r>
              <a:rPr lang="en-US" sz="24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10528" y="12618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требуемое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2011680"/>
            <a:ext cx="23317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216712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10-й месяц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10528" y="267919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 операционный плюс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3429000"/>
            <a:ext cx="23317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358444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10528" y="40965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валовая маржа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готовятся к экзаменам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неэффективно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чего и возникают множество проблем в дальнейшем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822960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перед экзаменом тратит 3–5 часов не на повторение, а на поиск и сортировку материалов. Инструмента, </a:t>
            </a:r>
            <a:r>
              <a:rPr lang="en-US" sz="12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смог бы ему помочь не существует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269748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Лекции есть, времени нет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лежат непросмотренными с начала семестра. До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экзамена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осталось очень мало времени -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перечитать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всё нереально, а найти нужную тему в 80 страницах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занимает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много времени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920240"/>
            <a:ext cx="26974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способа проверить себя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48716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Прочитал — не значит знаешь. Придумывать вопросы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самому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неудобно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нейросети хоть и генерирует тестирование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оно </a:t>
            </a:r>
            <a:r>
              <a:rPr lang="ru-RU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одноптипно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и запросы вот </a:t>
            </a:r>
            <a:r>
              <a:rPr lang="ru-RU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закончатся.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920240"/>
            <a:ext cx="2697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приходится начинать заново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48716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не помнит прошлую сессию, режет большие файлы по лимиту и не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переходе в другой чат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Студент объясняет контекст заново при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создании чата из-за чего времени уходит очень много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пользователь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3977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87552"/>
            <a:ext cx="397764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155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Артём, 20 лет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курс · любая специальность · Москва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36118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476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готовится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21408" y="194767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2–4 дня до экзамена, в режиме цейтнота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450592"/>
            <a:ext cx="3611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963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использует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21408" y="24963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и ChatGPT — как поисковик, не как систему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999232"/>
            <a:ext cx="36118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044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боль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21408" y="30449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понимает, достаточно ли подготовился к экзамену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547872"/>
            <a:ext cx="3611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935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платить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21408" y="359359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500 ₽/мес — если сервис докажет ценность с первого раза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36118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42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барьер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21408" y="414223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«ChatGPT же делает примерно то же самое»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987552"/>
            <a:ext cx="4069080" cy="18745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Задача, которую нанимают сервис выполнить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1389888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экзамена 2 дня, лекции не открывал с начала семестра. Хочу быстро понять, что вообще есть в материале, проверить себя — и </a:t>
            </a:r>
            <a:r>
              <a:rPr lang="ru-RU" sz="11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пойти </a:t>
            </a:r>
            <a:r>
              <a:rPr lang="en-US" sz="1150" i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экзамен без паники.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17720" y="2999232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999232"/>
            <a:ext cx="4069080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3493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53328" y="3493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1–4 курса, 18–24 года — сессия дважды в год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3168" y="39502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53328" y="3950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Школьники с ЕГЭ/ОГЭ, языковые экзамены (IELTS и др.)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3168" y="44074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доступа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53328" y="4407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Telegram-чаты факультетов, Макс, студенческие сообщества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и текущее состояние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822960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 — рабочее пространство для подготовки к экзаменам. В отличие от ChatGPT, он помнит предметы, прогресс и слабые темы </a:t>
            </a:r>
            <a:r>
              <a:rPr lang="en-US" sz="12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сессиям</a:t>
            </a:r>
            <a:r>
              <a:rPr lang="ru-RU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1993392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Загружаешь лекцию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761488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или DOCX привязывается к предмету и хранится в системе. Не надо грузить один файл несколько раз.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78608" y="1783080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783080"/>
            <a:ext cx="1993392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1920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15768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Получаешь конспект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15768" y="2761488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выделяет темы, определения и ключевые тезисы по структуре документа — не из общей базы, а из твоего файла.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0016" y="1783080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1783080"/>
            <a:ext cx="1993392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1920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37176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Проходишь тест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37176" y="2761488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формируются по твоему материалу. Разные уровни сложности.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lang="ru-RU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обьяснения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осле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каждого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вопроса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также для премиум пользователей дополнительная статистика и инфографики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тестирования.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21424" y="1783080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21424" y="1783080"/>
            <a:ext cx="199339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920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58584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Видишь, где пробелы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58584" y="2761488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теста сервис показывает, какие темы провисают.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сохраняется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7490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1430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млрд 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EdTech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России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Ranking,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7490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774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млрд ₽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учёбы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~10%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рынка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3154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допущение команды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749040" cy="10972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6118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 </a:t>
            </a:r>
            <a:r>
              <a:rPr lang="en-US" sz="2400" b="1" dirty="0" err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Достижимая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года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4389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8 300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499 ₽ × 12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допущение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1051560"/>
            <a:ext cx="42519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051560"/>
            <a:ext cx="425196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рынок открыт именно сейчас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0288" y="15727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Стоимость AI API снизилась в 10 раз за два года. Продукт, который нельзя было запустить в 2022, сегодня работает за несколько недель.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90288" y="23225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Более 70% студентов уже используют ChatGPT для учёбы — аудитория привыкла к AI-инструментам и не нуждается в убеждении.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90288" y="307238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ковидных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локдаунов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большинство вузов перешли на окончательное дублирование своих учебных материалов на онлайн формат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Студенты сами ищут инструменты под этот формат.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90288" y="38221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Рынок EdTech в России растёт на 20%+ в год, но AI-сегмент занят универсальными инструментами без специализации на подготовке к экзаменам.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Конкурентная среда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850392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84832" y="10424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Конспект из своих файлов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21024" y="1042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по своему материалу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294376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прогресса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84848" y="10424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лимита токенов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05651" y="10424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228" y="1421892"/>
            <a:ext cx="85039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361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15361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21024" y="1536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94376" y="1536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84848" y="15361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40337" y="159046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₽/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075688"/>
            <a:ext cx="8503920" cy="6126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84832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21024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вручную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94376" y="2194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84848" y="2194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40337" y="224883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734056"/>
            <a:ext cx="85039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52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Quizlet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84832" y="28529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21024" y="2852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94376" y="2852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4848" y="2852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40337" y="290719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₽/мес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392424"/>
            <a:ext cx="8503920" cy="6126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51129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4832" y="35112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21024" y="35112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94376" y="35112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84848" y="35112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40337" y="356556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1 600 ₽/мес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050792"/>
            <a:ext cx="8503920" cy="61264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169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 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84832" y="41696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21024" y="41696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94376" y="4169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84848" y="41696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40337" y="422393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₽/мес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2926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87552"/>
            <a:ext cx="2926080" cy="411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20848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До 3 предметов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5603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загрузок в месяц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30358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Базовый конспект и тест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35112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Базовая аналитика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987552"/>
            <a:ext cx="2926080" cy="35204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987552"/>
            <a:ext cx="292608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₽/мес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30752" y="20848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Неограниченные загрузки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30752" y="25603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Все типы тестирования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30752" y="30358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Расширенная аналитика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30752" y="35112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универсальному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</a:t>
            </a:r>
            <a:r>
              <a:rPr lang="ru-RU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30752" y="3986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Экспорт конспекта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98755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987552"/>
            <a:ext cx="2011680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11155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9712" y="15087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09560" y="1508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₽/мес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39712" y="19842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09560" y="198424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39712" y="24597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срок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09560" y="24597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мес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39712" y="29352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 с клиента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09560" y="293522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₽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39712" y="34107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Стоим. привлечения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09560" y="34107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₽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39712" y="38862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09560" y="38862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мес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645152"/>
            <a:ext cx="822960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70001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 рассматриваются пакеты </a:t>
            </a:r>
            <a:r>
              <a:rPr lang="en-US" sz="1050" dirty="0" err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/ 3 / 6 месяцев (399 / 1 000 / 2 000 ₽) — для школьников с ЕГЭ и тех, кто готовится к языковым экзаменам в течение года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привлечения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822960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1887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Telegram-чаты факультетов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554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уже собрана по вузу и курсу — не нужна дополнительная сегментация. Персональное сообщение со ссылкой на демо попадает точно к тем, кому нужен продукт.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06440" y="12984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Персональное сообщение + ссылка на демо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8229600" cy="117043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4688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мессенджер с объединёнными студенческими сообществами. Позволяет охватить первых пользователей без бюджета на рекламу — 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обычные сообщения в группы.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06440" y="257860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ru-RU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о хорошем сервисе для подготовки к сессии в её период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8229600" cy="1170432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749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TikTok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4114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ищут объяснения по темам — короткое видео о сервисе попадает точно в этот запрос и даёт органический охват без прямых затрат.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38587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ru-RU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</a:t>
            </a: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</a:t>
            </a:r>
            <a:r>
              <a:rPr lang="ru-RU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которое демонстрирует главную функцию сервиса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сделано и что проверяем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3977640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256032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8191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 и структурирован продукт: ценностное предложение, пользовательские сценарии,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MVP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2212848"/>
            <a:ext cx="256032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2199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21284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анализ целевого сегмента: портрет пользователя, барьеры,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2852928"/>
            <a:ext cx="256032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620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85292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Разработана тактика выхода на рынок: каналы, воронка,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экспериментов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493008"/>
            <a:ext cx="256032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50215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49300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финансовая модель на 12 месяцев с тремя сценариями и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анализом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4133088"/>
            <a:ext cx="256032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1422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1330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Сформирована стратегия роста и выполнена первичная оценка компании: 1.5–6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115568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115568"/>
            <a:ext cx="4069080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проверки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73168" y="1572768"/>
            <a:ext cx="374904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1627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1–2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01184" y="182880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персональных сообщений студентам в Telegram и Макс. Цель — понять, есть ли отклик и готовность попробовать.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2395728"/>
            <a:ext cx="374904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4505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1–3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01184" y="265176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двух вариантов заголовка на странице. Определяем, что убеждает сильнее — акцент на скорости или на сохранении прогресса.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218688"/>
            <a:ext cx="374904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3273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1–2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01184" y="347472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10 пользователей проходят полный сценарий. Собираем оценку качества конспекта и теста.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4041648"/>
            <a:ext cx="374904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4096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2–3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01184" y="429768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платной подписки после исчерпания бесплатного лимита. Проверяем реальную готовность платить.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план · 12 месяцев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2697480" cy="2606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2697480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Консервативный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платный: 4%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938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к М12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84832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~10 500 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816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М12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2816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−28 000 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2552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Потреб. финансов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32552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~320 000 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2697480" cy="2606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115568"/>
            <a:ext cx="269748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56432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платный: 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1938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к М12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9472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56432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34 431 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56432" y="2816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М12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2816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+12 020 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32552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Потреб. финансов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9472" y="32552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~165 000 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115568"/>
            <a:ext cx="2697480" cy="2606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115568"/>
            <a:ext cx="2697480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Оптимистичный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91072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платный: 14%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91072" y="1938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к М12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54112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54112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~130 000 ₽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2816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М12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54112" y="2816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+90 000 ₽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91072" y="32552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Потреб. финансов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54112" y="32552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~60 000 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1993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" y="3986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— базовый сценарий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9436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платный тариф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78608" y="3886200"/>
            <a:ext cx="1993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15768" y="3986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715768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Валовая маржа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0016" y="3886200"/>
            <a:ext cx="1993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37176" y="3986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10-й месяц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37176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 плюс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21424" y="3886200"/>
            <a:ext cx="1993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58584" y="3986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— ~60%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58584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затраты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402336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402336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98448"/>
            <a:ext cx="841248" cy="8412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2782" y="1521051"/>
            <a:ext cx="207283" cy="31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Ткаченко Артур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7373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· Разработка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0299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курс · ИПТИП · РТУ МИРЭА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3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курса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ИПТИП. Отвечает за продуктовый дизайн и фронтенд-разработку. Понимает проблему изнутри — сам готовится к экзаменам тем же способом, что описан в сценарии пользователя.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115568"/>
            <a:ext cx="4023360" cy="29260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115568"/>
            <a:ext cx="402336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298448"/>
            <a:ext cx="841248" cy="8412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9046" y="1521051"/>
            <a:ext cx="3740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89320" y="13258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Немцов Иван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17373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Тимлид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0299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курс · ИПТИП · РТУ МИРЭА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42316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3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курса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ИПТИП.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разработкой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оординирует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технические решения и следит за архитектурой продукта.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3044" y="4142232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49090"/>
            <a:ext cx="8229600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059" y="424232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о стадии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0059" y="446913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на стадии MVP. Два основателя закрывают дизайн, разработку и первые продажи одновременно. Это риск скорости, а не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компетенций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После подтверждения первых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пользователей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можно будет </a:t>
            </a:r>
            <a:r>
              <a:rPr lang="ru-RU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начатьпроцесс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</a:t>
            </a:r>
            <a:r>
              <a:rPr lang="ru-RU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разработки через подрядчиков.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Инвестиционный запрос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397764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397764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34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Привлекаем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536192"/>
            <a:ext cx="3718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 — 2 000 000 ₽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конвертируемый займ или прямые инвестиции · pre-seed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3977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44368"/>
            <a:ext cx="3977640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</a:t>
            </a: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</a:t>
            </a:r>
            <a:r>
              <a:rPr lang="ru-RU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(Минимальные затраты +-200к)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401568"/>
            <a:ext cx="2212848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19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— 3 месяца работы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0" y="34198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0 000 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0" y="3840480"/>
            <a:ext cx="2103119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587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и инфраструктура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38587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0 000 ₽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1" y="4279392"/>
            <a:ext cx="2048257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976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маркетинг и охват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34640" y="42976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000 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" y="4718304"/>
            <a:ext cx="1771086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736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Домен, сервисы, прочее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34640" y="47365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ru-RU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000 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115568"/>
            <a:ext cx="40690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115568"/>
            <a:ext cx="4069080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будет достигнуто на эти средства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1572768"/>
            <a:ext cx="37490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18105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MVP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2231136"/>
            <a:ext cx="37490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86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платящих подписчиков. Подтверждение того, что пользователи готовы платить после первого использования.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2889504"/>
            <a:ext cx="37490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944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31272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Тридцать активных пользователей, процент перехода на платный тариф не ниже 8%.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73168" y="3600480"/>
            <a:ext cx="37490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4–6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3735324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Двадцать платящих подписчиков, первые 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</a:t>
            </a:r>
            <a:r>
              <a:rPr lang="ru-RU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попытка запуска второго сегмента – подготовка к ЕГЭ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ru-RU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ОГЭ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другим различным экзаменам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4370832"/>
            <a:ext cx="4069080" cy="722376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44439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инвестор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46817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EdTech-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акселератор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Чек 100–500 тыс. ₽, Россия/СНГ, интерес к AI и образованию. Готов входить на стадии без выручки при наличии чёткого плана валидации.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1457</Words>
  <Application>Microsoft Office PowerPoint</Application>
  <PresentationFormat>Экран (16:9)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Артур Ткаченко</cp:lastModifiedBy>
  <cp:revision>39</cp:revision>
  <dcterms:created xsi:type="dcterms:W3CDTF">2026-05-17T04:08:47Z</dcterms:created>
  <dcterms:modified xsi:type="dcterms:W3CDTF">2026-05-17T04:45:53Z</dcterms:modified>
</cp:coreProperties>
</file>